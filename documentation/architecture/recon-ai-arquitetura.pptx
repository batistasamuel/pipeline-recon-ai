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ARQUITETURA DE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3F4F6"/>
                </a:solidFill>
                <a:latin typeface="Calibri"/>
              </a:rPr>
              <a:t>Recon AI — mapa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CA3AF"/>
                </a:solidFill>
                <a:latin typeface="Calibri"/>
              </a:rPr>
              <a:t>Oito visões: containers, rede, volumes, start-up, fluxo de dados, responsabilidades, build e configuração.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1920240" cy="347472"/>
          </a:xfrm>
          <a:prstGeom prst="roundRect">
            <a:avLst>
              <a:gd name="adj" fmla="val 40000"/>
            </a:avLst>
          </a:prstGeom>
          <a:solidFill>
            <a:srgbClr val="1F2937"/>
          </a:solidFill>
          <a:ln w="1587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3F4F6"/>
                </a:solidFill>
                <a:latin typeface="Calibri"/>
              </a:rPr>
              <a:t>3 serviços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114800"/>
            <a:ext cx="1920240" cy="347472"/>
          </a:xfrm>
          <a:prstGeom prst="roundRect">
            <a:avLst>
              <a:gd name="adj" fmla="val 40000"/>
            </a:avLst>
          </a:prstGeom>
          <a:solidFill>
            <a:srgbClr val="1F2937"/>
          </a:solidFill>
          <a:ln w="1587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3F4F6"/>
                </a:solidFill>
                <a:latin typeface="Calibri"/>
              </a:rPr>
              <a:t>1 rede 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114800"/>
            <a:ext cx="1920240" cy="347472"/>
          </a:xfrm>
          <a:prstGeom prst="roundRect">
            <a:avLst>
              <a:gd name="adj" fmla="val 40000"/>
            </a:avLst>
          </a:prstGeom>
          <a:solidFill>
            <a:srgbClr val="1F2937"/>
          </a:solidFill>
          <a:ln w="1587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3F4F6"/>
                </a:solidFill>
                <a:latin typeface="Calibri"/>
              </a:rPr>
              <a:t>SQLite em ./results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114800"/>
            <a:ext cx="1920240" cy="347472"/>
          </a:xfrm>
          <a:prstGeom prst="roundRect">
            <a:avLst>
              <a:gd name="adj" fmla="val 40000"/>
            </a:avLst>
          </a:prstGeom>
          <a:solidFill>
            <a:srgbClr val="1F2937"/>
          </a:solidFill>
          <a:ln w="1587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3F4F6"/>
                </a:solidFill>
                <a:latin typeface="Calibri"/>
              </a:rPr>
              <a:t>sem broker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Fonte: compose.yaml, Dockerfile, recon_ai/{cli,ui,db,ai,control}.py  ·  Não há proxy, scheduler, gRPC nem mensageria.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Oito diagramas deste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623560" cy="105156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01  Containers (C4)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O que existe: recon, ui, ollama — papel, imagem, porta.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80160"/>
            <a:ext cx="5623560" cy="105156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02  Rede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Quem chama quem, HTTP, porta, host vs rede Compose.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68880"/>
            <a:ext cx="5623560" cy="105156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03  Volumes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Binds e volume nomeado. Dono do recon.db.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468880"/>
            <a:ext cx="5623560" cy="105156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04  Start-up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depends_on sem healthcheck — ordem, não prontidão.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57600"/>
            <a:ext cx="5623560" cy="105156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05  Fluxo de dados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Do spec ao SQLite, artefatos e Ollama.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57600"/>
            <a:ext cx="5623560" cy="105156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06  Responsabilidades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Contextos de negócio, não topologia.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846320"/>
            <a:ext cx="5623560" cy="105156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07  Build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Multi-stage Dockerfile → recon-ai:local.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846320"/>
            <a:ext cx="5623560" cy="105156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08  Configuração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Env vars: Compose, Dockerfile, código, .env.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1 · C4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O que existe no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Três serviços Compose. Sem proxy, worker separado, scheduler ou API FastAPI.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1430000" cy="502920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CA3AF"/>
                </a:solidFill>
                <a:latin typeface="Calibri"/>
              </a:rPr>
              <a:t>Host do operador  ·  Docker Engine + Compose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1018520" cy="3246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Rede Compose padrão  ·  {projeto}_default  ·  única rede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3383280" cy="260604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recon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9CA3AF"/>
                </a:solidFill>
                <a:latin typeface="Calibri"/>
              </a:rPr>
              <a:t>WORKER / CLI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3F4F6"/>
                </a:solidFill>
                <a:latin typeface="Calibri"/>
              </a:rPr>
              <a:t>Imagem recon-ai:local
Debian 13-slim + venv Python
user PUID:PGID (1000:1000)
Entrypoint: python -m recon_ai
Porta: nenhuma no host
Sobe com compose run (efêmero)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383280" cy="260604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2C55E"/>
                </a:solidFill>
                <a:latin typeface="Calibri"/>
              </a:rPr>
              <a:t>ui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9CA3AF"/>
                </a:solidFill>
                <a:latin typeface="Calibri"/>
              </a:rPr>
              <a:t>CONTROLE HTTP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3F4F6"/>
                </a:solidFill>
                <a:latin typeface="Calibri"/>
              </a:rPr>
              <a:t>Mesma imagem recon-ai:local
Profile: ui
Entrypoint: python -m recon_ai.ui
127.0.0.1:8765 → 8765
http.server stdlib, HTML estático
Não monta o código-fonte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40280"/>
            <a:ext cx="3383280" cy="260604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59E0B"/>
                </a:solidFill>
                <a:latin typeface="Calibri"/>
              </a:rPr>
              <a:t>ollama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9CA3AF"/>
                </a:solidFill>
                <a:latin typeface="Calibri"/>
              </a:rPr>
              <a:t>MODELO LOCAL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3F4F6"/>
                </a:solidFill>
                <a:latin typeface="Calibri"/>
              </a:rPr>
              <a:t>ollama/ollama@sha256:292ee7…
Sem profile (sobe sempre)
Porta 11434 só interna
Volume ollama_data
Modelo qwen2.5:7b
LLAMA_ARG_CACHE_RAM=0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166360"/>
            <a:ext cx="1101852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3F4F6"/>
                </a:solidFill>
                <a:latin typeface="Calibri"/>
              </a:rPr>
              <a:t>Não existem: nginx/Caddy, Celery, Redis, Postgres, gRPC, webhook, cloud. A UI e o CLI compartilham a mesma imagem; só mudam entrypoint, profile e porta. A UI em :8765 precisa de docker compose build para refletir mudanças de código.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2 · REDE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Quem consome o quê e de 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Tudo é HTTP. Não há gRPC nem fila. Uma única rede Compose; só a UI publica porta no host.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2377440" cy="493776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3F4F6"/>
                </a:solidFill>
                <a:latin typeface="Calibri"/>
              </a:rPr>
              <a:t>Operador / host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2C55E"/>
                </a:solidFill>
                <a:latin typeface="Calibri"/>
              </a:rPr>
              <a:t>Browser
http://127.0.0.1:8765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8BDF8"/>
                </a:solidFill>
                <a:latin typeface="Calibri"/>
              </a:rPr>
              <a:t>CLI
docker compose run recon …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59E0B"/>
                </a:solidFill>
                <a:latin typeface="Calibri"/>
              </a:rPr>
              <a:t>Alvo autorizado
internet / host.docker.internal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325880"/>
            <a:ext cx="8732520" cy="49377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rede interna  ·  {projeto}_default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74519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2C55E"/>
                </a:solidFill>
                <a:latin typeface="Calibri"/>
              </a:rPr>
              <a:t>ui :8765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3F4F6"/>
                </a:solidFill>
                <a:latin typeface="Calibri"/>
              </a:rPr>
              <a:t>HTTP bind 0.0.0.0:8765
Publicado só em 127.0.0.1
GET/POST /api/*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8862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recon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3F4F6"/>
                </a:solidFill>
                <a:latin typeface="Calibri"/>
              </a:rPr>
              <a:t>Sem porta publicada
DNS/HTTP/HTTPS de saída
para alvos e APIs OSINT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606040"/>
            <a:ext cx="3749039" cy="237744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ollama :11434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3F4F6"/>
                </a:solidFill>
                <a:latin typeface="Calibri"/>
              </a:rPr>
              <a:t>HTTP /api/chat interno
NÃO publicado no host
RECON_OLLAMA_URL=
http://ollama:11434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468880"/>
            <a:ext cx="640080" cy="292608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 w="1587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HTTP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480560"/>
            <a:ext cx="640080" cy="292608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2 · REDE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Matriz de comunicação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Protocolo, porta, direção e se atravessa o host.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8016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011680"/>
                <a:gridCol w="2194560"/>
                <a:gridCol w="274320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Origem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Destino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Protocolo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Porta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Escopo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Browser no host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HTTP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127.0.0.1:8765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Host → container (loopback)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HTTP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11434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Só rede Compose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HTTP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11434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Só rede Compose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 / ui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alvo autorizado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DNS / HTTP / HTTPS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53, 80, 443…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Saída para internet ou host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 / ui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host.docker.internal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HTTP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alvo no host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extra_hosts → host-gateway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 / ui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crt.sh, gau, Bing…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HTTPS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Saída OSINT (ferramentas)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Operador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CLI Compose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Não é HTTP; processo efêmero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3 · PERSISTÊNCIA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Volumes, binds e o dono do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SQLite é um arquivo. Dois containers montam o mesmo ./results em leitura/escrita.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./scope → /scope    ·    bind  ·  :ro    ·    recon + ui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Allowlist scopes.txt. Sem este arquivo o scan recusa o alvo.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8600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2C55E"/>
                </a:solidFill>
                <a:latin typeface="Calibri"/>
              </a:rPr>
              <a:t>./config → /config    ·    bind  ·  :ro    ·    recon + ui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recon.yaml e chaves opcionais. Copiadas para state/home.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33756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./results → /results    ·    bind  ·  rw    ·    recon + ui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recon.db + artefatos do run. Ponto crítico do SQLite.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38912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A78BFA"/>
                </a:solidFill>
                <a:latin typeface="Calibri"/>
              </a:rPr>
              <a:t>ollama_data    ·    volume nomeado  ·  rw    ·    só ollama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/root/.ollama — pesos do modelo (~4,7 GB).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3 · 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Quem escreve em recon.db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Arquivo único: /results/recon.db no bind ./results.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F4444"/>
                </a:solidFill>
                <a:latin typeface="Calibri"/>
              </a:rPr>
              <a:t>Risco de concorrência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recon e ui montam o mesmo volume rw.
O Compose não serializa escrita.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Mitigações no código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• UI: SCAN_LOCK no processo + recusa se já existe run running no SQLite
• CLI: um processo por compose run
• GET da UI usa mode=ro em view.connect_readonly
• WAL não está ligado em db.connect
• check_same_thread=False só para threads da UI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59E0B"/>
                </a:solidFill>
                <a:latin typeface="Calibri"/>
              </a:rPr>
              <a:t>Dois compose run em paralelo, ou CLI + UI no mesmo db, ainda podem colidir.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Mapa do volume ./results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/results/recon.db
  dono de escrita: processo do scan
  (CLI recon ou thread da UI)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/results/recon_&lt;alvo&gt;_&lt;UTC&gt;/
  phases.tsv, logs, JSONL, JS, HAR, corr/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/results/state/home
  cópia gravável de /config (HOME/XDG)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2C55E"/>
                </a:solidFill>
                <a:latin typeface="Calibri"/>
              </a:rPr>
              <a:t>ollama_data não contém o banco.
O modelo nunca abre o .db.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4 · START-UP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Ordem de subida — sem healthcheck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depends_on só espera o container iniciar, não o modelo responder.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59E0B"/>
                </a:solidFill>
                <a:latin typeface="Calibri"/>
              </a:rPr>
              <a:t>1  ollama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3F4F6"/>
                </a:solidFill>
                <a:latin typeface="Calibri"/>
              </a:rPr>
              <a:t>Sobe primeiro
(sem profile)
Porta interna 11434
Sem healthcheck
Pode ainda carregar o modelo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2a  recon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3F4F6"/>
                </a:solidFill>
                <a:latin typeface="Calibri"/>
              </a:rPr>
              <a:t>depends_on: ollama
condition implícita:
service_started
compose run --rm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2C55E"/>
                </a:solidFill>
                <a:latin typeface="Calibri"/>
              </a:rPr>
              <a:t>2b  ui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3F4F6"/>
                </a:solidFill>
                <a:latin typeface="Calibri"/>
              </a:rPr>
              <a:t>depends_on: ollama
profile ui
127.0.0.1:8765
Também só service_started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17720"/>
            <a:ext cx="11247120" cy="1600200"/>
          </a:xfrm>
          <a:prstGeom prst="roundRect">
            <a:avLst>
              <a:gd name="adj" fmla="val 8000"/>
            </a:avLst>
          </a:prstGeom>
          <a:solidFill>
            <a:srgbClr val="451A03"/>
          </a:solidFill>
          <a:ln w="19050">
            <a:solidFill>
              <a:srgbClr val="451A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3F4F6"/>
                </a:solidFill>
                <a:latin typeface="Calibri"/>
              </a:rPr>
              <a:t>Não há healthcheck nem condition: service_healthy. recon/ui podem chamar http://ollama:11434 antes do qwen2.5:7b estar pronto — a fase ai falha por transporte, não por “degradação silenciosa”. UI e recon sobem em paralelo um em relação ao outro; não há depends_on entre eles. Não existe init container nem job de popular o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5 · FLUXO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Caminho de um scan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Narrativa: spec autorizado → coleta → HAR/correlate → SQLite → Ollama → delta.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25880"/>
            <a:ext cx="1600200" cy="169164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1 Spec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3F4F6"/>
                </a:solidFill>
                <a:latin typeface="Calibri"/>
              </a:rPr>
              <a:t>alvo + scopes.txt
+ HAR opcional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46057328" y="1965960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325880"/>
            <a:ext cx="1600200" cy="169164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2 Coleta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3F4F6"/>
                </a:solidFill>
                <a:latin typeface="Calibri"/>
              </a:rPr>
              <a:t>subs → dns → http
urls → dorks → js
nuclei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9481673328" y="1965960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325880"/>
            <a:ext cx="1600200" cy="169164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3 HAR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3F4F6"/>
                </a:solidFill>
                <a:latin typeface="Calibri"/>
              </a:rPr>
              <a:t>ingest captura
nuclei sem sessão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6317289328" y="1965960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325880"/>
            <a:ext cx="1600200" cy="169164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4 Correlate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3F4F6"/>
                </a:solidFill>
                <a:latin typeface="Calibri"/>
              </a:rPr>
              <a:t>joins corr/…
checklist.json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3152905328" y="1965960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325880"/>
            <a:ext cx="1600200" cy="169164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5 Store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3F4F6"/>
                </a:solidFill>
                <a:latin typeface="Calibri"/>
              </a:rPr>
              <a:t>recon.db +
artefatos /results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9988521328" y="1965960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325880"/>
            <a:ext cx="1600200" cy="169164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6 IA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3F4F6"/>
                </a:solidFill>
                <a:latin typeface="Calibri"/>
              </a:rPr>
              <a:t>Ollama classifica
e extrai rotas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6824137327" y="1965960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9880" y="1325880"/>
            <a:ext cx="1600200" cy="169164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7 Saída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3F4F6"/>
                </a:solidFill>
                <a:latin typeface="Calibri"/>
              </a:rPr>
              <a:t>resumo, delta,
PDF/Word,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200400"/>
            <a:ext cx="5623560" cy="301752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O que atravessa a rede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Coleta: DNS/HTTP públicos, crt.sh, gau/wayback, Bing (go-dork).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IA: prompt e JS filtrado só para ollama:11434 (rede Compose).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UI: spec JSON + HAR ≤ 32 MB no POST /api/runs.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59E0B"/>
                </a:solidFill>
                <a:latin typeface="Calibri"/>
              </a:rPr>
              <a:t>Cloud e webhook: recusados nesta fase.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200400"/>
            <a:ext cx="5532120" cy="301752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O que a IA vê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Findings já ingeridos (Nuclei, har/…, corr/…) e JS em js/content com path literal.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Não lê gau.txt cru nem HTML dos alvos. Sem findings e sem path, não chama o modelo.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Schema JSON estável; o idioma do prompt segue spec.lang (pt-BR / en-US / es-ES).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6 ·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Bounded contexts — visão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Agrupamento conceitual. Vários contextos vivem no mesmo container recon/ui.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Autorização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scopes.txt, refuse_scope, in_scope/out_scope, HAR filtrado por url_allowed. Recusa alvo fora da allowlist.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Coleta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13 ferramentas pinadas: enum, DNS, HTTP, crawl, arquivo, dorks, JS, Nuclei. Pipeline no processo recon/ui.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280160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Correlação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Joins A∧B (HAR, JS, crt.sh, CNAME, buckets). Candidatos corr/…, não exploits.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749039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A78BFA"/>
                </a:solidFill>
                <a:latin typeface="Calibri"/>
              </a:rPr>
              <a:t>Memória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SQLite + diretório do run + delta vs último ok. Resume a partir de phases.tsv.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749039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472B6"/>
                </a:solidFill>
                <a:latin typeface="Calibri"/>
              </a:rPr>
              <a:t>Julgamento local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Ollama classifica findings e extrai rotas. Sem cloud. Sem webhook.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749039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7DD3FC"/>
                </a:solidFill>
                <a:latin typeface="Calibri"/>
              </a:rPr>
              <a:t>Controle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CLI Typer e UI HTTP opcional. Um scan por vez na UI. Export PDF/Word.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7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Dockerfile multi-stage → imagem → 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Dois estágios de build descartáveis; a imagem final não contém o compilador 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Estágio sourcebins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golang:1.27.1-trixie@digest
assetfinder (commit pinado)
waybackurls@v0.1.0
nuclei-templates v10.4.9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260832440" y="2286000"/>
            <a:ext cx="365760" cy="292608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2C55E"/>
                </a:solidFill>
                <a:latin typeface="Calibri"/>
              </a:rPr>
              <a:t>Estágio releasetools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debian:13-slim@digest
scripts/fetch-tools.sh
subfinder amass dnsx httpx
katana gau nuclei go-dork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29802112439" y="2286000"/>
            <a:ext cx="365760" cy="292608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2801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Imagem final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debian:13-slim@digest
python3-venv + requirements.txt
COPY bins + recon_ai
ENTRYPOINT python -m recon_ai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931920"/>
            <a:ext cx="11338560" cy="228600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3F4F6"/>
                </a:solidFill>
                <a:latin typeface="Calibri"/>
              </a:rPr>
              <a:t>Runtime: a mesma tag recon-ai:local alimenta dois containers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recon  →  entrypoint padrão (CLI).   ui  →  override python -m recon_ai.ui.   A UI não bind-mounta o source: mudar ui_page.html exige rebuild.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ARG TARGETARCH (amd64|arm64) no fetch-tools. Digests iguais a versions.lock. Cache: estágio Go e releases são independentes — mudar só Python não recompila assetfinder.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ollama não é build local: imagem puxada pelo digest. Não compartilha camadas com recon-ai:local.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8 · CONFIGURAÇÃO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Variáveis no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Origem: environment: no serviço, interpolação ${…}, ou default no YAML.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4300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926080"/>
                <a:gridCol w="3657600"/>
                <a:gridCol w="3291840"/>
              </a:tblGrid>
              <a:tr h="543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Serviço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Variável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Valor / origem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Papel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recon, ui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PUID / PGID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${PUID:-1000} (user:)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UID dos arquivos em ./results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RECON_ENGINE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${RECON_ENGINE:-python}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python (padrão) ou bash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recon, ui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RECON_OLLAMA_URL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http://ollama:11434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Cliente HTTP da IA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recon, ui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RECON_LOOPBACK_HOST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host.docker.internal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Alvo 127.0.0.1 no host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RECON_DB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/results/recon.db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Caminho do SQLite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RECON_RESULTS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/results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Raiz dos artefatos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RECON_UI_HOST / PORT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0.0.0.0 / 8765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Bind HTTP; host publica 127.0.0.1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LLAMA_ARG_CACHE_RAM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Evita cache de 8 GB no runner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8 · CONFIGURAÇÃO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Dockerfile, código e arquivos — sem secrets do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Não há secrets: nem top-level secrets nem docker secret. Chaves vão em /config (ro) ou env do host.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07008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2926080"/>
                <a:gridCol w="3566160"/>
              </a:tblGrid>
              <a:tr h="38686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Onde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Chave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Notas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Dockerfile ENV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PYTHONPATH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/opt/recon/app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Pacote recon_ai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Dockerfile ENV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RECON_DB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/results/recon.db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 herda; ui redefine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Dockerfile ENV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RECON_STATE_HOME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/results/state/home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HOME gravável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Dockerfile ENV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RECON_VERIFY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verify-image.sh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--check / start do job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RECON_SCOPE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/scope/scopes.txt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Allowlist obrigatória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RECON_CONFIG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/config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recon.yaml + providers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RECON_LANG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pt-BR se vazio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Chrome do CLI; inválido = erro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NUCLEI_TEMPLATES_DIR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/opt/nuclei-templates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Templates pinados na imagem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Código / spec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SHODAN_API_KEY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vazio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Só se dorks engine=shodan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Arquivo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config/recon.yaml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threads 50…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Bind :ro, não é env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Arquivo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scope/scopes.txt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Obrigatório; gitignored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.env (host)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PUID, PGID, RECON_ENGINE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opcional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3F4F6"/>
                          </a:solidFill>
                          <a:latin typeface="Calibri"/>
                        </a:defRPr>
                      </a:pPr>
                      <a:r>
                        <a:t>.gitignore ignora .env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3F4F6"/>
                </a:solidFill>
                <a:latin typeface="Calibri"/>
              </a:rPr>
              <a:t>O que este mapa não contém — de propósito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Útil para não procurar peças de um stack que o projeto recusou.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Proxy / ingress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Nada na frente da UI. Bind só em 127.0.0.1:8765.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Scheduler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Não há cron. Scan sob demanda (CLI ou POST).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280160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Fila / broker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ADR-013: sem Celery, Redis, RabbitMQ.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880360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Postgres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ADR-006: um arquivo SQLite.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880360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gRPC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Só HTTP (UI e Ollama).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80360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Healthcheck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depends_on sem condition: service_healthy.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480560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Segunda rede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Uma default. Sem overlay interno/externo.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480560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Secret store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Chaves em bind /config ou env; sem Docker secrets.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480560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Cloud LLM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3F4F6"/>
                </a:solidFill>
                <a:latin typeface="Calibri"/>
              </a:rPr>
              <a:t>AiError / CloudNotAvailable. Tráfego de IA fica no Compose.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Recon AI  ·  compose.yaml + Dockerfile  ·  evidência no repositório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